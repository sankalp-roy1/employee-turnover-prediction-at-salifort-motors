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Employee Turnover Analysis – 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Problem:</a:t>
            </a:r>
          </a:p>
          <a:p>
            <a:r>
              <a:t>High employee turnover is increasing costs and disrupting workforce stability.</a:t>
            </a:r>
          </a:p>
          <a:p/>
          <a:p>
            <a:r>
              <a:t>Modeling Approach:</a:t>
            </a:r>
          </a:p>
          <a:p>
            <a:r>
              <a:t>• Logistic Regression (primary – interpretable)</a:t>
            </a:r>
          </a:p>
          <a:p>
            <a:r>
              <a:t>• Random Forest (secondary – validation)</a:t>
            </a:r>
          </a:p>
          <a:p/>
          <a:p>
            <a:r>
              <a:t>Key Findings:</a:t>
            </a:r>
          </a:p>
          <a:p>
            <a:r>
              <a:t>• Low satisfaction strongly predicts turnover</a:t>
            </a:r>
          </a:p>
          <a:p>
            <a:r>
              <a:t>• Excessive workload increases attrition risk</a:t>
            </a:r>
          </a:p>
          <a:p>
            <a:r>
              <a:t>• Lack of promotion is a major driver</a:t>
            </a:r>
          </a:p>
          <a:p/>
          <a:p>
            <a:r>
              <a:t>Recommendations:</a:t>
            </a:r>
          </a:p>
          <a:p>
            <a:r>
              <a:t>• Improve workload balance</a:t>
            </a:r>
          </a:p>
          <a:p>
            <a:r>
              <a:t>• Increase promotion transparency</a:t>
            </a:r>
          </a:p>
          <a:p>
            <a:r>
              <a:t>• Proactively engage high-risk employees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